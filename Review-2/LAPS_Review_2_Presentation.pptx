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BCSE497J – Project-I</a:t>
            </a:r>
          </a:p>
          <a:p>
            <a:r>
              <a:t>LAPS: Linguistic Adaptive Preservation Scoring for Explainable Token-Level Decision Making in Code-Mixed Text Rewriting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Student Name: [Your Name]</a:t>
            </a:r>
          </a:p>
          <a:p>
            <a:r>
              <a:t>Register No: [Your Reg No]</a:t>
            </a:r>
          </a:p>
          <a:p>
            <a:r>
              <a:t>Course: B.Tech Computer Science and Engineering</a:t>
            </a:r>
          </a:p>
          <a:p/>
          <a:p>
            <a:r>
              <a:t>Faculty Guide: [Guide Name]</a:t>
            </a:r>
          </a:p>
          <a:p>
            <a:r>
              <a:t>School of Computer Science and Engineering</a:t>
            </a:r>
          </a:p>
          <a:p>
            <a: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Approval Status:</a:t>
            </a:r>
          </a:p>
          <a:p>
            <a:r>
              <a:t>✔ Project Title: LAPS - Linguistic Adaptive Preservation Scoring</a:t>
            </a:r>
          </a:p>
          <a:p>
            <a:r>
              <a:t>✔ Objectives &amp; Methodology Approved</a:t>
            </a:r>
          </a:p>
          <a:p>
            <a:r>
              <a:t>✔ Review 2 Presentation &amp; Report Approved by Faculty Guide</a:t>
            </a:r>
          </a:p>
          <a:p/>
          <a:p>
            <a:r>
              <a:t>Date of Guide Approval: ____ / ____ /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Aim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To design and implement an explainable, token-level pre-generation decision framework (LAPS) that prevents over-translation in code-mixed text rewriting by adaptively scoring loanword preservation based on linguistic features and communication context.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Abstract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Code-mixed communication (Hinglish/Tanglish) is widespread across digital platforms. Multilingual LLMs frequently over-translate natural borrowed words ('meeting', 'client', 'server'), destroying naturalness. LAPS introduces a pre-generation decision layer evaluating tokens across 6 linguistic vectors (BF, DS, SI, CC, AF, TB) against dynamic context thresholds. It guides LLMs with explicit constraints while generating transparent token-level rationales.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Literature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1. Mave et al. (2018) – Language ID in code-switched text using BiLSTMs (identifies origin, but lacks preservation scoring).</a:t>
            </a:r>
          </a:p>
          <a:p>
            <a:r>
              <a:t>2. Post &amp; Vilar (2018) – Grid Beam Search for NMT lexical constraints (requires hardcoded static glossaries).</a:t>
            </a:r>
          </a:p>
          <a:p>
            <a:r>
              <a:t>3. Srivastava et al. (2024) – Benchmarked LLMs on Hinglish normalization, identifying severe over-translation of loanwords without prompt constraints.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Research Gap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• Existing systems rely on end-to-end black-box LLMs that lack explainability.</a:t>
            </a:r>
          </a:p>
          <a:p>
            <a:r>
              <a:t>• Traditional machine translation translates all words indiscriminately, causing over-translation.</a:t>
            </a:r>
          </a:p>
          <a:p>
            <a:r>
              <a:t>• Static lookup rules cannot dynamically adjust to different communication registers (casual chat vs. executive report).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Objectives &amp; Expected Outcomes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Objectives:</a:t>
            </a:r>
          </a:p>
          <a:p>
            <a:r>
              <a:t>1. Isolate code-mixed candidate tokens via language identification.</a:t>
            </a:r>
          </a:p>
          <a:p>
            <a:r>
              <a:t>2. Quantify loanword preservation via 6-vector feature fusion.</a:t>
            </a:r>
          </a:p>
          <a:p>
            <a:r>
              <a:t>3. Implement register-aware dynamic thresholding.</a:t>
            </a:r>
          </a:p>
          <a:p>
            <a:r>
              <a:t>4. Guide LLMs via constrained prompt generation.</a:t>
            </a:r>
          </a:p>
          <a:p/>
          <a:p>
            <a:r>
              <a:t>Identified SDG: SDG 9 (Industry, Innovation &amp; Infrastructure) &amp; SDG 4 (Quality Education)</a:t>
            </a:r>
          </a:p>
          <a:p>
            <a:r>
              <a:t>Expected Outcomes: Scopus/IEEE Conference Paper + Provisional Patent Draft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Framework / Architecture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Pipeline Architecture:</a:t>
            </a:r>
          </a:p>
          <a:p>
            <a:r>
              <a:t>Input Text → Tokenizer &amp; LID → Feature Extractor (BF, DS, SI, CC, AF, TB) → LAPS Scorer Engine (Score = Σ w_i * F_i) → Adaptive Threshold Engine (Register θ) → Constrained Prompt Builder → LLM Generator → Rewritten Output + Token Explanation Table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Functional Requirements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FR-1: Token-level language tagger (EN/HI/MX).</a:t>
            </a:r>
          </a:p>
          <a:p>
            <a:r>
              <a:t>FR-2: 6-vector feature scoring engine.</a:t>
            </a:r>
          </a:p>
          <a:p>
            <a:r>
              <a:t>FR-3: Weighted LAPS preservation score calculator.</a:t>
            </a:r>
          </a:p>
          <a:p>
            <a:r>
              <a:t>FR-4: Context register threshold engine (Casual, Business, Academic, Social).</a:t>
            </a:r>
          </a:p>
          <a:p>
            <a:r>
              <a:t>FR-5: Constrained LLM prompt builder &amp; rewriter.</a:t>
            </a:r>
          </a:p>
          <a:p>
            <a:r>
              <a:t>FR-6: Human-readable explanation generator &amp; CSV export.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Modules Implemented (60% - 75%)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Completed Modules:</a:t>
            </a:r>
          </a:p>
          <a:p>
            <a:r>
              <a:t>✔ src/laps/tokenizer.py (Tokenizer &amp; Script/Language ID)</a:t>
            </a:r>
          </a:p>
          <a:p>
            <a:r>
              <a:t>✔ src/laps/feature_extractor.py (6 Feature Extractor)</a:t>
            </a:r>
          </a:p>
          <a:p>
            <a:r>
              <a:t>✔ src/laps/scorer.py (Weighted Scorer Engine)</a:t>
            </a:r>
          </a:p>
          <a:p>
            <a:r>
              <a:t>✔ src/laps/threshold_engine.py (Adaptive Register Engine)</a:t>
            </a:r>
          </a:p>
          <a:p>
            <a:r>
              <a:t>✔ src/llm/rewriter.py &amp; explainer.py (Constrained LLM Client &amp; Explainer)</a:t>
            </a:r>
          </a:p>
          <a:p>
            <a:r>
              <a:t>✔ app.py (Interactive Streamlit Demo Dashboard at http://localhost:8501)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Experiments and Demonstration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Demonstration Highlights:</a:t>
            </a:r>
          </a:p>
          <a:p>
            <a:r>
              <a:t>• Live interactive analysis of Hinglish inputs (e.g., 'Kal client meeting postpone ho gayi...').</a:t>
            </a:r>
          </a:p>
          <a:p>
            <a:r>
              <a:t>• Preserved tokens ('client', 'meeting') kept intact while Hindi verbs are rewritten.</a:t>
            </a:r>
          </a:p>
          <a:p>
            <a:r>
              <a:t>• Real-time Radar &amp; Bar charts visualizing feature scores per token.</a:t>
            </a:r>
          </a:p>
          <a:p>
            <a:r>
              <a:t>• Automated export of token-by-token explanation reports (CSV).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Conclusion &amp; Future Work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Conclusion:</a:t>
            </a:r>
          </a:p>
          <a:p>
            <a:r>
              <a:t>• Successfully implemented 75% of the core LAPS system with working UI.</a:t>
            </a:r>
          </a:p>
          <a:p>
            <a:r>
              <a:t>• Proved that pre-generation scoring effectively mitigates over-translation.</a:t>
            </a:r>
          </a:p>
          <a:p/>
          <a:p>
            <a:r>
              <a:t>Future Work:</a:t>
            </a:r>
          </a:p>
          <a:p>
            <a:r>
              <a:t>• Fine-tune weights via Bayesian Optimization on LinCE/GLUECoS datasets.</a:t>
            </a:r>
          </a:p>
          <a:p>
            <a:r>
              <a:t>• Conduct full human preference evaluation surveys.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r>
              <a:t>References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t>[1] M. Mave et al., 'Language Identification and Analysis of Code-Switched Data,' NAACL-HLT, 2018.</a:t>
            </a:r>
          </a:p>
          <a:p>
            <a:r>
              <a:t>[2] M. Post &amp; D. Vilar, 'Fast Lexically Constrained Decoding with Grid Beam Search,' NAACL-HLT, 2018.</a:t>
            </a:r>
          </a:p>
          <a:p>
            <a:r>
              <a:t>[3] P. Srivastava et al., 'Evaluating Large Language Models on Hinglish Code-Mixed Text Normalization,' IEEE Access, 2024.</a:t>
            </a:r>
          </a:p>
          <a:p>
            <a:r>
              <a:t>[4] H. Tanwar et al., 'Benchmarking Multilingual LLMs on Code-Mixed South Asian Languages,' EMNLP, 2023.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