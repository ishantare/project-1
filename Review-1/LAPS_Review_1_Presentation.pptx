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1800" b="1"/>
            </a:pPr>
            <a:r>
              <a:t>B.Tech CSE | BCSE497J – Project 1 (Review 1)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t>LAPS: Linguistic Adaptive Preservation Scoring for Explainable Token-Level Decision Making in Code-Mixed Text Rewriting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defRPr sz="1500"/>
            </a:pPr>
            <a:r>
              <a:t>Team Members:</a:t>
            </a:r>
            <a:br/>
            <a:r>
              <a:t>• Ishan Tare	(23BCE0603)</a:t>
            </a:r>
            <a:br/>
            <a:r>
              <a:t>• Aryan Chopra	(23BCI0144)</a:t>
            </a:r>
            <a:br/>
            <a:r>
              <a:t>• Sarth Joshi	(23BCE0384)</a:t>
            </a:r>
            <a:br/>
            <a:br/>
            <a:r>
              <a:t>Faculty Guide:</a:t>
            </a:r>
            <a:br/>
            <a:r>
              <a:t>• Dr. Saurabh Agarwal</a:t>
            </a: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b="1" sz="1600"/>
            </a:pPr>
            <a:r>
              <a:t>Project Aim:</a:t>
            </a:r>
          </a:p>
          <a:p>
            <a:pPr>
              <a:defRPr sz="1300"/>
            </a:pPr>
            <a:r>
              <a:t>To design, develop, and evaluate LAPS (Linguistic Adaptive Preservation Scoring)—an explainable, token-level decision framework that prevents over-translation in code-mixed text rewriting by adaptively identifying and preserving naturally borrowed and domain-specific tokens prior to LLM text generation.</a:t>
            </a:r>
          </a:p>
          <a:p>
            <a:br/>
            <a:pPr>
              <a:defRPr b="1" sz="1600"/>
            </a:pPr>
            <a:r>
              <a:t>Project Scope:</a:t>
            </a:r>
          </a:p>
          <a:p>
            <a:pPr>
              <a:defRPr sz="1300"/>
            </a:pPr>
            <a:r>
              <a:t>• Domain Scope: Code-mixed Indian English communication (Hinglish, Tanglish, Benglish) across casual, social, and professional registers.</a:t>
            </a:r>
            <a:br/>
            <a:r>
              <a:t>• Technical Scope: Multi-feature token extraction, information-theoretic entropy gating, adaptive threshold engine, LLM rewriter integration, and SHAP-based counterfactual XAI.</a:t>
            </a:r>
            <a:br/>
            <a:r>
              <a:t>• Evaluation Scope: Benchmark evaluation against IndicTrans &amp; baseline LLMs using BLEU, COMET, BERTScore, and human readability/trust assessments.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300"/>
            </a:pPr>
            <a:r>
              <a:t>Code-mixed communication, combining English with regional languages (e.g., Hinglish), is dominant across modern messaging and social media platforms. Existing multilingual Large Language Models (LLMs) frequently over-translate such text, forcefully replacing naturally borrowed terms (e.g., meeting, client, server, project) with literal, awkward translations that degrade readability and alter conversational pragmatics.</a:t>
            </a:r>
            <a:br/>
            <a:br/>
            <a:r>
              <a:t>This project introduces LAPS (Linguistic Adaptive Preservation Scoring), a novel explainable decision-making framework operating prior to LLM text generation. LAPS evaluates each code-mixed token using multi-dimensional linguistic, contextual, and information-theoretic features to compute a dynamic Preservation Score. By guiding the downstream LLM to preserve essential tokens while rewriting surrounding text, LAPS eliminates over-translation, preserves natural intent, and provides human-readable explanations for every preservation decision.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21-07-2026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1. Aguilar et al. (2020) - "LinCE Benchmark"</a:t>
            </a:r>
            <a:br/>
            <a:r>
              <a:t>   • Focus: Token-level language identification and code-mixed evaluation.</a:t>
            </a:r>
            <a:br/>
            <a:r>
              <a:t>   • Limitation: Focuses on sequence tagging; lacks generative rewriting or preservation rules.</a:t>
            </a:r>
            <a:br/>
            <a:br/>
            <a:r>
              <a:t>2. Khanuja et al. (2020) - "GLUECoS Benchmark"</a:t>
            </a:r>
            <a:br/>
            <a:r>
              <a:t>   • Focus: Evaluation of NLP models across diverse code-mixed tasks.</a:t>
            </a:r>
            <a:br/>
            <a:r>
              <a:t>   • Limitation: Benchmarks translation gaps but offers no pre-generation preservation layer.</a:t>
            </a:r>
            <a:br/>
            <a:br/>
            <a:r>
              <a:t>3. Ramesh et al. (2023) - "IndicTrans2 NMT"</a:t>
            </a:r>
            <a:br/>
            <a:r>
              <a:t>   • Focus: Neural Machine Translation tailored for Indic languages.</a:t>
            </a:r>
            <a:br/>
            <a:r>
              <a:t>   • Limitation: Forces end-to-end translation, causing severe over-translation of natural loanwords.</a:t>
            </a:r>
            <a:br/>
            <a:br/>
            <a:r>
              <a:t>4. Zhang et al. (2023) - "Multilingual LLM Rewriting"</a:t>
            </a:r>
            <a:br/>
            <a:r>
              <a:t>   • Focus: Direct LLM prompting for code-mixed text style transfer.</a:t>
            </a:r>
            <a:br/>
            <a:r>
              <a:t>   • Limitation: Black-box generation without token-level control or explainability.</a:t>
            </a:r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300"/>
            </a:pPr>
            <a:r>
              <a:t>1. Over-Translation &amp; Loss of Pragmatics:</a:t>
            </a:r>
            <a:br/>
            <a:r>
              <a:t>   Existing NMT and multilingual LLM systems forcefully translate naturally borrowed words (e.g., meeting, client), producing unnatural, hard-to-read rewrites.</a:t>
            </a:r>
            <a:br/>
            <a:br/>
            <a:r>
              <a:t>2. Absence of Pre-Generation Token Preservation Layer:</a:t>
            </a:r>
            <a:br/>
            <a:r>
              <a:t>   Current architectures rely solely on post-hoc prompt engineering rather than an explicit, token-level preservation decision layer before text generation.</a:t>
            </a:r>
            <a:br/>
            <a:br/>
            <a:r>
              <a:t>3. Lack of Explainability (XAI):</a:t>
            </a:r>
            <a:br/>
            <a:r>
              <a:t>   End-to-end LLMs generate rewrites as black-box systems, providing no linguistic justification for why words were preserved or translated.</a:t>
            </a:r>
            <a:br/>
            <a:br/>
            <a:r>
              <a:t>4. Inability of Static Rules to Adapt Across Domains:</a:t>
            </a:r>
            <a:br/>
            <a:r>
              <a:t>   Static heuristic rules fail to dynamically adjust preservation sensitivity across different communication registers (Business vs. Academic vs. Social Media).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200"/>
            </a:pPr>
            <a:r>
              <a:t>Primary Project Objectives:</a:t>
            </a:r>
            <a:br/>
            <a:r>
              <a:t>1. Construct a code-mixed tokenization, language identification, and linguistic feature extraction pipeline.</a:t>
            </a:r>
            <a:br/>
            <a:r>
              <a:t>2. Formulate an Information-Theoretic and Graph-Constrained Token Preservation Scoring Engine (LAPS).</a:t>
            </a:r>
            <a:br/>
            <a:r>
              <a:t>3. Develop an Adaptive Threshold Engine to regulate preservation sensitivity dynamically by domain register.</a:t>
            </a:r>
            <a:br/>
            <a:r>
              <a:t>4. Integrate LAPS with LLM rewriters (GPT-4/Llama/Qwen) and implement an XAI Explanation Module.</a:t>
            </a:r>
            <a:br/>
            <a:r>
              <a:t>5. Conduct comprehensive empirical evaluation using BLEU, COMET, BERTScore, and human user studies.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21-07-2026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00"/>
            </a:pPr>
            <a:r>
              <a:t>Identified Sustainable Development Goals (SDGs):</a:t>
            </a:r>
            <a:br/>
            <a:r>
              <a:t>• SDG 4 (Quality Education): Enhances multilingual digital literacy &amp; accessible learning tools.</a:t>
            </a:r>
            <a:br/>
            <a:r>
              <a:t>• SDG 9 (Industry, Innovation &amp; Infrastructure): Fosters trustworthy, explainable AI systems.</a:t>
            </a:r>
            <a:br/>
            <a:r>
              <a:t>• SDG 10 (Reduced Inequalities): Bridges linguistic barriers for code-mixed native speakers.</a:t>
            </a:r>
            <a:br/>
            <a:br/>
            <a:r>
              <a:t>Target Deliverable Outcomes:</a:t>
            </a:r>
            <a:br/>
            <a:r>
              <a:t>• Research Paper: IEEE / Scopus-indexed Conference (IEEE ICCAI / IEEE ICNLP).</a:t>
            </a:r>
            <a:br/>
            <a:r>
              <a:t>• Patent Application: Provisional Patent Application (Computer-Implemented Token Preservation Framework).</a:t>
            </a:r>
            <a:br/>
            <a:r>
              <a:t>• Prototype: Working Web Application (FastAPI + Streamlit).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100"/>
            </a:pPr>
            <a:r>
              <a:t>[1] A. Aguilar et al., "LinCE: A Centralized Benchmark for Linguistic Code-Switching Evaluation," in Proc. LREC, 2020, pp. 2303–2313.</a:t>
            </a:r>
            <a:br/>
            <a:r>
              <a:t>[2] S. Khanuja et al., "GLUECoS: An Evaluation Benchmark for Code-Switched NLP," in Proc. ACL, 2020, pp. 3575–3585.</a:t>
            </a:r>
            <a:br/>
            <a:r>
              <a:t>[3] G. Ramesh et al., "IndicTrans2: Towards High-Quality NMT for Indic Languages," arXiv preprint arXiv:2305.16307, 2023.</a:t>
            </a:r>
            <a:br/>
            <a:r>
              <a:t>[4] J. Devlin et al., "BERT: Pre-training of Deep Bidirectional Transformers for Language Understanding," in Proc. NAACL-HLT, 2019, pp. 4171–4186.</a:t>
            </a:r>
            <a:br/>
            <a:r>
              <a:t>[5] X. Zhang et al., "Multilingual Code-Mixed Text Generation using Large Language Models," IEEE Trans. Audio, Speech, Language Process., vol. 31, pp. 1205–1218, 2023.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209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Aim</vt:lpstr>
      <vt:lpstr>Abstract</vt:lpstr>
      <vt:lpstr>Literature Review</vt:lpstr>
      <vt:lpstr>Research Gap</vt:lpstr>
      <vt:lpstr>Objectives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DrKalaavathi Buvaneshwaran</cp:lastModifiedBy>
  <cp:revision>4</cp:revision>
  <dcterms:created xsi:type="dcterms:W3CDTF">2026-07-14T06:00:41Z</dcterms:created>
  <dcterms:modified xsi:type="dcterms:W3CDTF">2026-07-21T07:15:01Z</dcterms:modified>
</cp:coreProperties>
</file>